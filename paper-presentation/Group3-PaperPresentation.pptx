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2DC737-35F1-4DC7-855E-DAD1B4329D9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035CB9-A322-4181-B6FF-CDAB17E20B61}">
      <dgm:prSet/>
      <dgm:spPr/>
      <dgm:t>
        <a:bodyPr/>
        <a:lstStyle/>
        <a:p>
          <a:r>
            <a:rPr lang="en-US" dirty="0"/>
            <a:t>Problem statement</a:t>
          </a:r>
        </a:p>
      </dgm:t>
    </dgm:pt>
    <dgm:pt modelId="{AF5CB49E-6130-4A27-891F-A9A54A6F50A2}" type="parTrans" cxnId="{192AEFB5-9DA1-4901-9A29-290F3B26E778}">
      <dgm:prSet/>
      <dgm:spPr/>
      <dgm:t>
        <a:bodyPr/>
        <a:lstStyle/>
        <a:p>
          <a:endParaRPr lang="en-US"/>
        </a:p>
      </dgm:t>
    </dgm:pt>
    <dgm:pt modelId="{91114232-64AF-4E6D-A0D7-3A7621375B13}" type="sibTrans" cxnId="{192AEFB5-9DA1-4901-9A29-290F3B26E778}">
      <dgm:prSet/>
      <dgm:spPr/>
      <dgm:t>
        <a:bodyPr/>
        <a:lstStyle/>
        <a:p>
          <a:endParaRPr lang="en-US"/>
        </a:p>
      </dgm:t>
    </dgm:pt>
    <dgm:pt modelId="{9402E85C-9115-41FB-A424-79AA4376B2E2}">
      <dgm:prSet/>
      <dgm:spPr/>
      <dgm:t>
        <a:bodyPr/>
        <a:lstStyle/>
        <a:p>
          <a:r>
            <a:rPr lang="en-US"/>
            <a:t>Deep Learning on Point Sets</a:t>
          </a:r>
        </a:p>
      </dgm:t>
    </dgm:pt>
    <dgm:pt modelId="{477BBC4C-FF98-4586-96DA-EFD71C7C5415}" type="parTrans" cxnId="{C0167621-789D-402A-8281-15EFB12A48B4}">
      <dgm:prSet/>
      <dgm:spPr/>
      <dgm:t>
        <a:bodyPr/>
        <a:lstStyle/>
        <a:p>
          <a:endParaRPr lang="en-US"/>
        </a:p>
      </dgm:t>
    </dgm:pt>
    <dgm:pt modelId="{69349927-686D-45A2-AA93-0A05FB4001B3}" type="sibTrans" cxnId="{C0167621-789D-402A-8281-15EFB12A48B4}">
      <dgm:prSet/>
      <dgm:spPr/>
      <dgm:t>
        <a:bodyPr/>
        <a:lstStyle/>
        <a:p>
          <a:endParaRPr lang="en-US"/>
        </a:p>
      </dgm:t>
    </dgm:pt>
    <dgm:pt modelId="{B2F5BC83-2498-4E30-8C85-447E42C9161D}">
      <dgm:prSet/>
      <dgm:spPr/>
      <dgm:t>
        <a:bodyPr/>
        <a:lstStyle/>
        <a:p>
          <a:r>
            <a:rPr lang="en-US"/>
            <a:t>Title 3</a:t>
          </a:r>
        </a:p>
      </dgm:t>
    </dgm:pt>
    <dgm:pt modelId="{68FD5381-C589-4DBB-8688-726EE4F4E96D}" type="parTrans" cxnId="{12C20FDA-985F-4378-81A2-BCCE38C6AA2B}">
      <dgm:prSet/>
      <dgm:spPr/>
      <dgm:t>
        <a:bodyPr/>
        <a:lstStyle/>
        <a:p>
          <a:endParaRPr lang="en-US"/>
        </a:p>
      </dgm:t>
    </dgm:pt>
    <dgm:pt modelId="{7FFD1BB8-CA9A-4D23-8F12-1CA2FE4C1FC2}" type="sibTrans" cxnId="{12C20FDA-985F-4378-81A2-BCCE38C6AA2B}">
      <dgm:prSet/>
      <dgm:spPr/>
      <dgm:t>
        <a:bodyPr/>
        <a:lstStyle/>
        <a:p>
          <a:endParaRPr lang="en-US"/>
        </a:p>
      </dgm:t>
    </dgm:pt>
    <dgm:pt modelId="{829E53E9-67A7-4BC8-ADAF-1710F615428B}">
      <dgm:prSet/>
      <dgm:spPr/>
      <dgm:t>
        <a:bodyPr/>
        <a:lstStyle/>
        <a:p>
          <a:r>
            <a:rPr lang="en-US"/>
            <a:t>Title 4</a:t>
          </a:r>
        </a:p>
      </dgm:t>
    </dgm:pt>
    <dgm:pt modelId="{651BCC6B-6E8F-4153-90C8-95F24397CF56}" type="parTrans" cxnId="{9593A9D6-7DD7-42D2-A40C-367FC095ECA0}">
      <dgm:prSet/>
      <dgm:spPr/>
      <dgm:t>
        <a:bodyPr/>
        <a:lstStyle/>
        <a:p>
          <a:endParaRPr lang="en-US"/>
        </a:p>
      </dgm:t>
    </dgm:pt>
    <dgm:pt modelId="{0E191F0A-E3FC-4857-96CD-1F8CF531ABBD}" type="sibTrans" cxnId="{9593A9D6-7DD7-42D2-A40C-367FC095ECA0}">
      <dgm:prSet/>
      <dgm:spPr/>
      <dgm:t>
        <a:bodyPr/>
        <a:lstStyle/>
        <a:p>
          <a:endParaRPr lang="en-US"/>
        </a:p>
      </dgm:t>
    </dgm:pt>
    <dgm:pt modelId="{586E401B-01F5-CF4B-8498-0275584127F0}" type="pres">
      <dgm:prSet presAssocID="{CE2DC737-35F1-4DC7-855E-DAD1B4329D9C}" presName="outerComposite" presStyleCnt="0">
        <dgm:presLayoutVars>
          <dgm:chMax val="5"/>
          <dgm:dir/>
          <dgm:resizeHandles val="exact"/>
        </dgm:presLayoutVars>
      </dgm:prSet>
      <dgm:spPr/>
    </dgm:pt>
    <dgm:pt modelId="{2BEA4C97-EF0F-8648-89A7-50AE6DB14787}" type="pres">
      <dgm:prSet presAssocID="{CE2DC737-35F1-4DC7-855E-DAD1B4329D9C}" presName="dummyMaxCanvas" presStyleCnt="0">
        <dgm:presLayoutVars/>
      </dgm:prSet>
      <dgm:spPr/>
    </dgm:pt>
    <dgm:pt modelId="{7F8A038D-E953-F147-AD58-BC07E213C530}" type="pres">
      <dgm:prSet presAssocID="{CE2DC737-35F1-4DC7-855E-DAD1B4329D9C}" presName="FourNodes_1" presStyleLbl="node1" presStyleIdx="0" presStyleCnt="4">
        <dgm:presLayoutVars>
          <dgm:bulletEnabled val="1"/>
        </dgm:presLayoutVars>
      </dgm:prSet>
      <dgm:spPr/>
    </dgm:pt>
    <dgm:pt modelId="{E753EC41-6C5D-CC45-9F20-DDB02853D0C3}" type="pres">
      <dgm:prSet presAssocID="{CE2DC737-35F1-4DC7-855E-DAD1B4329D9C}" presName="FourNodes_2" presStyleLbl="node1" presStyleIdx="1" presStyleCnt="4">
        <dgm:presLayoutVars>
          <dgm:bulletEnabled val="1"/>
        </dgm:presLayoutVars>
      </dgm:prSet>
      <dgm:spPr/>
    </dgm:pt>
    <dgm:pt modelId="{9C48544B-14EB-0840-9497-798136DEA542}" type="pres">
      <dgm:prSet presAssocID="{CE2DC737-35F1-4DC7-855E-DAD1B4329D9C}" presName="FourNodes_3" presStyleLbl="node1" presStyleIdx="2" presStyleCnt="4">
        <dgm:presLayoutVars>
          <dgm:bulletEnabled val="1"/>
        </dgm:presLayoutVars>
      </dgm:prSet>
      <dgm:spPr/>
    </dgm:pt>
    <dgm:pt modelId="{9E83B1BF-E73C-B24A-8018-0B81FC9C43A7}" type="pres">
      <dgm:prSet presAssocID="{CE2DC737-35F1-4DC7-855E-DAD1B4329D9C}" presName="FourNodes_4" presStyleLbl="node1" presStyleIdx="3" presStyleCnt="4">
        <dgm:presLayoutVars>
          <dgm:bulletEnabled val="1"/>
        </dgm:presLayoutVars>
      </dgm:prSet>
      <dgm:spPr/>
    </dgm:pt>
    <dgm:pt modelId="{97125BA7-83A7-1B43-8B3D-8FA560CEEED8}" type="pres">
      <dgm:prSet presAssocID="{CE2DC737-35F1-4DC7-855E-DAD1B4329D9C}" presName="FourConn_1-2" presStyleLbl="fgAccFollowNode1" presStyleIdx="0" presStyleCnt="3">
        <dgm:presLayoutVars>
          <dgm:bulletEnabled val="1"/>
        </dgm:presLayoutVars>
      </dgm:prSet>
      <dgm:spPr/>
    </dgm:pt>
    <dgm:pt modelId="{B3D75B6A-045C-F349-A5A6-472F3E5BF67F}" type="pres">
      <dgm:prSet presAssocID="{CE2DC737-35F1-4DC7-855E-DAD1B4329D9C}" presName="FourConn_2-3" presStyleLbl="fgAccFollowNode1" presStyleIdx="1" presStyleCnt="3">
        <dgm:presLayoutVars>
          <dgm:bulletEnabled val="1"/>
        </dgm:presLayoutVars>
      </dgm:prSet>
      <dgm:spPr/>
    </dgm:pt>
    <dgm:pt modelId="{6CBD69F3-04FE-6D42-8213-C640911CA02F}" type="pres">
      <dgm:prSet presAssocID="{CE2DC737-35F1-4DC7-855E-DAD1B4329D9C}" presName="FourConn_3-4" presStyleLbl="fgAccFollowNode1" presStyleIdx="2" presStyleCnt="3">
        <dgm:presLayoutVars>
          <dgm:bulletEnabled val="1"/>
        </dgm:presLayoutVars>
      </dgm:prSet>
      <dgm:spPr/>
    </dgm:pt>
    <dgm:pt modelId="{DA9C9C55-1435-DC47-889F-576706A03102}" type="pres">
      <dgm:prSet presAssocID="{CE2DC737-35F1-4DC7-855E-DAD1B4329D9C}" presName="FourNodes_1_text" presStyleLbl="node1" presStyleIdx="3" presStyleCnt="4">
        <dgm:presLayoutVars>
          <dgm:bulletEnabled val="1"/>
        </dgm:presLayoutVars>
      </dgm:prSet>
      <dgm:spPr/>
    </dgm:pt>
    <dgm:pt modelId="{9FC0A1E8-BFC6-734B-B7FC-382077430058}" type="pres">
      <dgm:prSet presAssocID="{CE2DC737-35F1-4DC7-855E-DAD1B4329D9C}" presName="FourNodes_2_text" presStyleLbl="node1" presStyleIdx="3" presStyleCnt="4">
        <dgm:presLayoutVars>
          <dgm:bulletEnabled val="1"/>
        </dgm:presLayoutVars>
      </dgm:prSet>
      <dgm:spPr/>
    </dgm:pt>
    <dgm:pt modelId="{79C7F333-FBCE-4B42-8C85-8D65ED091DBF}" type="pres">
      <dgm:prSet presAssocID="{CE2DC737-35F1-4DC7-855E-DAD1B4329D9C}" presName="FourNodes_3_text" presStyleLbl="node1" presStyleIdx="3" presStyleCnt="4">
        <dgm:presLayoutVars>
          <dgm:bulletEnabled val="1"/>
        </dgm:presLayoutVars>
      </dgm:prSet>
      <dgm:spPr/>
    </dgm:pt>
    <dgm:pt modelId="{000F6070-8F69-D54C-A195-688EB5905628}" type="pres">
      <dgm:prSet presAssocID="{CE2DC737-35F1-4DC7-855E-DAD1B4329D9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0167621-789D-402A-8281-15EFB12A48B4}" srcId="{CE2DC737-35F1-4DC7-855E-DAD1B4329D9C}" destId="{9402E85C-9115-41FB-A424-79AA4376B2E2}" srcOrd="1" destOrd="0" parTransId="{477BBC4C-FF98-4586-96DA-EFD71C7C5415}" sibTransId="{69349927-686D-45A2-AA93-0A05FB4001B3}"/>
    <dgm:cxn modelId="{7C162B23-9496-7D4E-8597-16B0A175EC56}" type="presOf" srcId="{6A035CB9-A322-4181-B6FF-CDAB17E20B61}" destId="{7F8A038D-E953-F147-AD58-BC07E213C530}" srcOrd="0" destOrd="0" presId="urn:microsoft.com/office/officeart/2005/8/layout/vProcess5"/>
    <dgm:cxn modelId="{A4F10836-C37C-6147-8970-37405527407A}" type="presOf" srcId="{829E53E9-67A7-4BC8-ADAF-1710F615428B}" destId="{000F6070-8F69-D54C-A195-688EB5905628}" srcOrd="1" destOrd="0" presId="urn:microsoft.com/office/officeart/2005/8/layout/vProcess5"/>
    <dgm:cxn modelId="{EAD70D4B-20FA-524A-A050-5FF96E723368}" type="presOf" srcId="{69349927-686D-45A2-AA93-0A05FB4001B3}" destId="{B3D75B6A-045C-F349-A5A6-472F3E5BF67F}" srcOrd="0" destOrd="0" presId="urn:microsoft.com/office/officeart/2005/8/layout/vProcess5"/>
    <dgm:cxn modelId="{0EC4DA4C-F16F-B146-A065-C42A0A561335}" type="presOf" srcId="{9402E85C-9115-41FB-A424-79AA4376B2E2}" destId="{9FC0A1E8-BFC6-734B-B7FC-382077430058}" srcOrd="1" destOrd="0" presId="urn:microsoft.com/office/officeart/2005/8/layout/vProcess5"/>
    <dgm:cxn modelId="{DBF16252-9E37-2E46-8BF0-D25CA47B4301}" type="presOf" srcId="{CE2DC737-35F1-4DC7-855E-DAD1B4329D9C}" destId="{586E401B-01F5-CF4B-8498-0275584127F0}" srcOrd="0" destOrd="0" presId="urn:microsoft.com/office/officeart/2005/8/layout/vProcess5"/>
    <dgm:cxn modelId="{C3DF7C5B-09EC-A44A-A01C-D187F267E458}" type="presOf" srcId="{B2F5BC83-2498-4E30-8C85-447E42C9161D}" destId="{9C48544B-14EB-0840-9497-798136DEA542}" srcOrd="0" destOrd="0" presId="urn:microsoft.com/office/officeart/2005/8/layout/vProcess5"/>
    <dgm:cxn modelId="{6E79498A-6052-5F47-98B6-18B77648F769}" type="presOf" srcId="{829E53E9-67A7-4BC8-ADAF-1710F615428B}" destId="{9E83B1BF-E73C-B24A-8018-0B81FC9C43A7}" srcOrd="0" destOrd="0" presId="urn:microsoft.com/office/officeart/2005/8/layout/vProcess5"/>
    <dgm:cxn modelId="{DB8F0D8E-1FF6-2649-B126-03AA40DB3641}" type="presOf" srcId="{6A035CB9-A322-4181-B6FF-CDAB17E20B61}" destId="{DA9C9C55-1435-DC47-889F-576706A03102}" srcOrd="1" destOrd="0" presId="urn:microsoft.com/office/officeart/2005/8/layout/vProcess5"/>
    <dgm:cxn modelId="{6F6E3FA2-AD72-D646-966A-22D8083419C2}" type="presOf" srcId="{9402E85C-9115-41FB-A424-79AA4376B2E2}" destId="{E753EC41-6C5D-CC45-9F20-DDB02853D0C3}" srcOrd="0" destOrd="0" presId="urn:microsoft.com/office/officeart/2005/8/layout/vProcess5"/>
    <dgm:cxn modelId="{192AEFB5-9DA1-4901-9A29-290F3B26E778}" srcId="{CE2DC737-35F1-4DC7-855E-DAD1B4329D9C}" destId="{6A035CB9-A322-4181-B6FF-CDAB17E20B61}" srcOrd="0" destOrd="0" parTransId="{AF5CB49E-6130-4A27-891F-A9A54A6F50A2}" sibTransId="{91114232-64AF-4E6D-A0D7-3A7621375B13}"/>
    <dgm:cxn modelId="{40D67DBE-E776-574F-8D2D-73F0B9615A2D}" type="presOf" srcId="{B2F5BC83-2498-4E30-8C85-447E42C9161D}" destId="{79C7F333-FBCE-4B42-8C85-8D65ED091DBF}" srcOrd="1" destOrd="0" presId="urn:microsoft.com/office/officeart/2005/8/layout/vProcess5"/>
    <dgm:cxn modelId="{85FE99D3-0EC4-9F42-8063-E98B7FE6C849}" type="presOf" srcId="{7FFD1BB8-CA9A-4D23-8F12-1CA2FE4C1FC2}" destId="{6CBD69F3-04FE-6D42-8213-C640911CA02F}" srcOrd="0" destOrd="0" presId="urn:microsoft.com/office/officeart/2005/8/layout/vProcess5"/>
    <dgm:cxn modelId="{BF721DD4-E7CF-D84E-AC30-B56D9D5D4E42}" type="presOf" srcId="{91114232-64AF-4E6D-A0D7-3A7621375B13}" destId="{97125BA7-83A7-1B43-8B3D-8FA560CEEED8}" srcOrd="0" destOrd="0" presId="urn:microsoft.com/office/officeart/2005/8/layout/vProcess5"/>
    <dgm:cxn modelId="{9593A9D6-7DD7-42D2-A40C-367FC095ECA0}" srcId="{CE2DC737-35F1-4DC7-855E-DAD1B4329D9C}" destId="{829E53E9-67A7-4BC8-ADAF-1710F615428B}" srcOrd="3" destOrd="0" parTransId="{651BCC6B-6E8F-4153-90C8-95F24397CF56}" sibTransId="{0E191F0A-E3FC-4857-96CD-1F8CF531ABBD}"/>
    <dgm:cxn modelId="{12C20FDA-985F-4378-81A2-BCCE38C6AA2B}" srcId="{CE2DC737-35F1-4DC7-855E-DAD1B4329D9C}" destId="{B2F5BC83-2498-4E30-8C85-447E42C9161D}" srcOrd="2" destOrd="0" parTransId="{68FD5381-C589-4DBB-8688-726EE4F4E96D}" sibTransId="{7FFD1BB8-CA9A-4D23-8F12-1CA2FE4C1FC2}"/>
    <dgm:cxn modelId="{8038BFA3-4CF7-E94D-B952-FDB65758E3E5}" type="presParOf" srcId="{586E401B-01F5-CF4B-8498-0275584127F0}" destId="{2BEA4C97-EF0F-8648-89A7-50AE6DB14787}" srcOrd="0" destOrd="0" presId="urn:microsoft.com/office/officeart/2005/8/layout/vProcess5"/>
    <dgm:cxn modelId="{2253FB83-1766-454A-9619-BD036CD7EE9A}" type="presParOf" srcId="{586E401B-01F5-CF4B-8498-0275584127F0}" destId="{7F8A038D-E953-F147-AD58-BC07E213C530}" srcOrd="1" destOrd="0" presId="urn:microsoft.com/office/officeart/2005/8/layout/vProcess5"/>
    <dgm:cxn modelId="{B2F75517-A6F0-AD4B-BB0C-CFDCF67D6DDA}" type="presParOf" srcId="{586E401B-01F5-CF4B-8498-0275584127F0}" destId="{E753EC41-6C5D-CC45-9F20-DDB02853D0C3}" srcOrd="2" destOrd="0" presId="urn:microsoft.com/office/officeart/2005/8/layout/vProcess5"/>
    <dgm:cxn modelId="{20679E94-12F2-9F4C-9066-484BC8FFDB0C}" type="presParOf" srcId="{586E401B-01F5-CF4B-8498-0275584127F0}" destId="{9C48544B-14EB-0840-9497-798136DEA542}" srcOrd="3" destOrd="0" presId="urn:microsoft.com/office/officeart/2005/8/layout/vProcess5"/>
    <dgm:cxn modelId="{8D52FABB-6767-C743-A6E9-87CFB098763D}" type="presParOf" srcId="{586E401B-01F5-CF4B-8498-0275584127F0}" destId="{9E83B1BF-E73C-B24A-8018-0B81FC9C43A7}" srcOrd="4" destOrd="0" presId="urn:microsoft.com/office/officeart/2005/8/layout/vProcess5"/>
    <dgm:cxn modelId="{1980C073-539E-394A-A7B0-33B23B82C11E}" type="presParOf" srcId="{586E401B-01F5-CF4B-8498-0275584127F0}" destId="{97125BA7-83A7-1B43-8B3D-8FA560CEEED8}" srcOrd="5" destOrd="0" presId="urn:microsoft.com/office/officeart/2005/8/layout/vProcess5"/>
    <dgm:cxn modelId="{F8421487-0125-5F46-8A16-B1CB3641A869}" type="presParOf" srcId="{586E401B-01F5-CF4B-8498-0275584127F0}" destId="{B3D75B6A-045C-F349-A5A6-472F3E5BF67F}" srcOrd="6" destOrd="0" presId="urn:microsoft.com/office/officeart/2005/8/layout/vProcess5"/>
    <dgm:cxn modelId="{B5F4455D-EC89-9948-BDBC-E9FF3AEA3500}" type="presParOf" srcId="{586E401B-01F5-CF4B-8498-0275584127F0}" destId="{6CBD69F3-04FE-6D42-8213-C640911CA02F}" srcOrd="7" destOrd="0" presId="urn:microsoft.com/office/officeart/2005/8/layout/vProcess5"/>
    <dgm:cxn modelId="{6ED0C75F-ACD4-7548-B541-C07305F8463F}" type="presParOf" srcId="{586E401B-01F5-CF4B-8498-0275584127F0}" destId="{DA9C9C55-1435-DC47-889F-576706A03102}" srcOrd="8" destOrd="0" presId="urn:microsoft.com/office/officeart/2005/8/layout/vProcess5"/>
    <dgm:cxn modelId="{C250BAEB-E287-144F-AD2A-BCEAEEEF6D72}" type="presParOf" srcId="{586E401B-01F5-CF4B-8498-0275584127F0}" destId="{9FC0A1E8-BFC6-734B-B7FC-382077430058}" srcOrd="9" destOrd="0" presId="urn:microsoft.com/office/officeart/2005/8/layout/vProcess5"/>
    <dgm:cxn modelId="{A2A3C572-50D3-074B-BD8F-551B279BBEA0}" type="presParOf" srcId="{586E401B-01F5-CF4B-8498-0275584127F0}" destId="{79C7F333-FBCE-4B42-8C85-8D65ED091DBF}" srcOrd="10" destOrd="0" presId="urn:microsoft.com/office/officeart/2005/8/layout/vProcess5"/>
    <dgm:cxn modelId="{F4B0E8E7-06CF-524E-AB67-CD0981580DB0}" type="presParOf" srcId="{586E401B-01F5-CF4B-8498-0275584127F0}" destId="{000F6070-8F69-D54C-A195-688EB590562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A038D-E953-F147-AD58-BC07E213C530}">
      <dsp:nvSpPr>
        <dsp:cNvPr id="0" name=""/>
        <dsp:cNvSpPr/>
      </dsp:nvSpPr>
      <dsp:spPr>
        <a:xfrm>
          <a:off x="0" y="0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Problem statement</a:t>
          </a:r>
        </a:p>
      </dsp:txBody>
      <dsp:txXfrm>
        <a:off x="24092" y="24092"/>
        <a:ext cx="7755640" cy="774366"/>
      </dsp:txXfrm>
    </dsp:sp>
    <dsp:sp modelId="{E753EC41-6C5D-CC45-9F20-DDB02853D0C3}">
      <dsp:nvSpPr>
        <dsp:cNvPr id="0" name=""/>
        <dsp:cNvSpPr/>
      </dsp:nvSpPr>
      <dsp:spPr>
        <a:xfrm>
          <a:off x="729692" y="972105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Deep Learning on Point Sets</a:t>
          </a:r>
        </a:p>
      </dsp:txBody>
      <dsp:txXfrm>
        <a:off x="753784" y="996197"/>
        <a:ext cx="7400208" cy="774366"/>
      </dsp:txXfrm>
    </dsp:sp>
    <dsp:sp modelId="{9C48544B-14EB-0840-9497-798136DEA542}">
      <dsp:nvSpPr>
        <dsp:cNvPr id="0" name=""/>
        <dsp:cNvSpPr/>
      </dsp:nvSpPr>
      <dsp:spPr>
        <a:xfrm>
          <a:off x="1448493" y="1944211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Title 3</a:t>
          </a:r>
        </a:p>
      </dsp:txBody>
      <dsp:txXfrm>
        <a:off x="1472585" y="1968303"/>
        <a:ext cx="7411099" cy="774366"/>
      </dsp:txXfrm>
    </dsp:sp>
    <dsp:sp modelId="{9E83B1BF-E73C-B24A-8018-0B81FC9C43A7}">
      <dsp:nvSpPr>
        <dsp:cNvPr id="0" name=""/>
        <dsp:cNvSpPr/>
      </dsp:nvSpPr>
      <dsp:spPr>
        <a:xfrm>
          <a:off x="2178185" y="2916317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Title 4</a:t>
          </a:r>
        </a:p>
      </dsp:txBody>
      <dsp:txXfrm>
        <a:off x="2202277" y="2940409"/>
        <a:ext cx="7400208" cy="774366"/>
      </dsp:txXfrm>
    </dsp:sp>
    <dsp:sp modelId="{97125BA7-83A7-1B43-8B3D-8FA560CEEED8}">
      <dsp:nvSpPr>
        <dsp:cNvPr id="0" name=""/>
        <dsp:cNvSpPr/>
      </dsp:nvSpPr>
      <dsp:spPr>
        <a:xfrm>
          <a:off x="8178085" y="629999"/>
          <a:ext cx="534658" cy="534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298383" y="629999"/>
        <a:ext cx="294062" cy="402330"/>
      </dsp:txXfrm>
    </dsp:sp>
    <dsp:sp modelId="{B3D75B6A-045C-F349-A5A6-472F3E5BF67F}">
      <dsp:nvSpPr>
        <dsp:cNvPr id="0" name=""/>
        <dsp:cNvSpPr/>
      </dsp:nvSpPr>
      <dsp:spPr>
        <a:xfrm>
          <a:off x="8907777" y="1602104"/>
          <a:ext cx="534658" cy="534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707437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7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28075" y="1602104"/>
        <a:ext cx="294062" cy="402330"/>
      </dsp:txXfrm>
    </dsp:sp>
    <dsp:sp modelId="{6CBD69F3-04FE-6D42-8213-C640911CA02F}">
      <dsp:nvSpPr>
        <dsp:cNvPr id="0" name=""/>
        <dsp:cNvSpPr/>
      </dsp:nvSpPr>
      <dsp:spPr>
        <a:xfrm>
          <a:off x="9626578" y="2574210"/>
          <a:ext cx="534658" cy="534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414874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4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746876" y="2574210"/>
        <a:ext cx="294062" cy="402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3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28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55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1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05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7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4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0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68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1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4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5" r:id="rId6"/>
    <p:sldLayoutId id="2147483720" r:id="rId7"/>
    <p:sldLayoutId id="2147483721" r:id="rId8"/>
    <p:sldLayoutId id="2147483722" r:id="rId9"/>
    <p:sldLayoutId id="2147483724" r:id="rId10"/>
    <p:sldLayoutId id="214748372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335CA-5351-15F4-F44D-9C474C0B4F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16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72B04-B77A-BB02-2DD7-7B5B3BFE5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PointNet</a:t>
            </a:r>
            <a:r>
              <a:rPr lang="en-US" sz="5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 on Point Sets for 3D Classification and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97CC4-A714-2F45-E265-974990181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3: Jeong Hoon Choi &amp; Yuxuan Liu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002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86574-E52B-C527-B171-A78F377C9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/>
              <a:t>Index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B1342C-214E-D3CD-649D-970A3EEF16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268645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010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A9BF-6D64-8053-9E20-1E240A16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AAECE-FC1C-2D42-A394-6E7A474E6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Point clouds</a:t>
            </a:r>
          </a:p>
        </p:txBody>
      </p:sp>
    </p:spTree>
    <p:extLst>
      <p:ext uri="{BB962C8B-B14F-4D97-AF65-F5344CB8AC3E}">
        <p14:creationId xmlns:p14="http://schemas.microsoft.com/office/powerpoint/2010/main" val="560903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2687-D21C-09A6-7D4A-7646445B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F5C26-4400-906A-6FA8-18885931F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9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5B54-2D81-A882-68B8-859E8D17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E420C-9F45-78B3-47A0-29DC81427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68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DDF8-8BB0-D65A-BDD7-FDCAADD5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56FB5-5DA1-AEFF-2182-E96721D7E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06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44D82-B946-1027-39C6-A00A7E553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83724-B918-A435-465E-309AC739A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44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1895-0A0F-08AF-A3F8-CEB97E3C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A1D0-522E-4B2B-A317-C93446641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0702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</Words>
  <Application>Microsoft Macintosh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Grandview Display</vt:lpstr>
      <vt:lpstr>Neue Haas Grotesk Text Pro</vt:lpstr>
      <vt:lpstr>Times New Roman</vt:lpstr>
      <vt:lpstr>DashVTI</vt:lpstr>
      <vt:lpstr>PointNet: Deep Learning on Point Sets for 3D Classification and Segmentation</vt:lpstr>
      <vt:lpstr>Index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E3676</dc:creator>
  <cp:lastModifiedBy>E3676</cp:lastModifiedBy>
  <cp:revision>1</cp:revision>
  <dcterms:created xsi:type="dcterms:W3CDTF">2025-11-17T01:42:32Z</dcterms:created>
  <dcterms:modified xsi:type="dcterms:W3CDTF">2025-11-17T01:53:38Z</dcterms:modified>
</cp:coreProperties>
</file>